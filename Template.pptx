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26" r:id="rId4"/>
  </p:sldMasterIdLst>
  <p:notesMasterIdLst>
    <p:notesMasterId r:id="rId7"/>
  </p:notesMasterIdLst>
  <p:handoutMasterIdLst>
    <p:handoutMasterId r:id="rId8"/>
  </p:handoutMasterIdLst>
  <p:sldIdLst>
    <p:sldId id="294" r:id="rId5"/>
    <p:sldId id="31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75BAC4-A042-4B36-B15A-DC6B25C00FE3}">
          <p14:sldIdLst>
            <p14:sldId id="29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00FF00"/>
    <a:srgbClr val="B6001A"/>
    <a:srgbClr val="D9D9D9"/>
    <a:srgbClr val="B3B3B3"/>
    <a:srgbClr val="737373"/>
    <a:srgbClr val="804D00"/>
    <a:srgbClr val="472E81"/>
    <a:srgbClr val="407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60"/>
  </p:normalViewPr>
  <p:slideViewPr>
    <p:cSldViewPr snapToGrid="0">
      <p:cViewPr>
        <p:scale>
          <a:sx n="75" d="100"/>
          <a:sy n="75" d="100"/>
        </p:scale>
        <p:origin x="134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ABFCF9-3774-7D0F-F698-349E11A5BF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873F8-C7BF-630E-B6E1-F7D633C2F9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35486-DB6A-4DA7-BB33-6152A989987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81D41-0A15-59FF-DD22-0CD059E4BD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06DCD-2996-92C3-17BF-1E720C4474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3D98F-2595-4456-8D01-1D297ADC2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48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CD5B5-FDC3-46E1-8B66-F011527640D3}" type="datetimeFigureOut">
              <a:rPr kumimoji="1" lang="ja-JP" altLang="en-US" smtClean="0"/>
              <a:t>2025/10/13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0C092-0666-411F-9CA5-4D1BB547BE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32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 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BF4E6DB-61C2-4788-A98D-043317817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622" y="2952511"/>
            <a:ext cx="11346103" cy="54715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ts val="32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Simple Presentation (Title Slide 1)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7B963CD6-0134-4688-B2BB-BF9B9156E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623" y="3538926"/>
            <a:ext cx="11336579" cy="54715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ts val="32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Subtitle if necessary</a:t>
            </a:r>
          </a:p>
        </p:txBody>
      </p:sp>
      <p:sp>
        <p:nvSpPr>
          <p:cNvPr id="15" name="AutoShape 66">
            <a:extLst>
              <a:ext uri="{FF2B5EF4-FFF2-40B4-BE49-F238E27FC236}">
                <a16:creationId xmlns:a16="http://schemas.microsoft.com/office/drawing/2014/main" id="{A8CC837F-F4B5-38A2-E5D9-36E1D8FD8CD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5513435" y="6624641"/>
            <a:ext cx="1156801" cy="145522"/>
          </a:xfrm>
          <a:prstGeom prst="roundRect">
            <a:avLst>
              <a:gd name="adj" fmla="val 0"/>
            </a:avLst>
          </a:prstGeom>
          <a:noFill/>
          <a:ln w="3175" cap="sq">
            <a:solidFill>
              <a:srgbClr val="9B2423"/>
            </a:solidFill>
            <a:miter lim="800000"/>
            <a:headEnd/>
            <a:tailEnd/>
          </a:ln>
        </p:spPr>
        <p:txBody>
          <a:bodyPr wrap="none" lIns="9144" tIns="9144" rIns="9144" bIns="9144" anchor="ctr"/>
          <a:lstStyle/>
          <a:p>
            <a:pPr algn="ctr"/>
            <a:r>
              <a:rPr lang="en-US" altLang="ja-JP" sz="900" dirty="0">
                <a:solidFill>
                  <a:srgbClr val="9B2423"/>
                </a:solidFill>
                <a:latin typeface="Arial" charset="0"/>
                <a:ea typeface="ＭＳ ゴシック" pitchFamily="49" charset="-128"/>
              </a:rPr>
              <a:t>CONFIDENTIAL</a:t>
            </a:r>
            <a:endParaRPr lang="en-US" altLang="ja-JP" sz="900" dirty="0">
              <a:solidFill>
                <a:srgbClr val="9B2423"/>
              </a:solidFill>
              <a:latin typeface="Arial" charset="0"/>
              <a:ea typeface="HGP創英角ｺﾞｼｯｸUB" pitchFamily="50" charset="-128"/>
            </a:endParaRPr>
          </a:p>
        </p:txBody>
      </p:sp>
      <p:cxnSp>
        <p:nvCxnSpPr>
          <p:cNvPr id="2" name="直線コネクタ 16">
            <a:extLst>
              <a:ext uri="{FF2B5EF4-FFF2-40B4-BE49-F238E27FC236}">
                <a16:creationId xmlns:a16="http://schemas.microsoft.com/office/drawing/2014/main" id="{3550037D-F254-F67D-3F10-936FBC868F96}"/>
              </a:ext>
            </a:extLst>
          </p:cNvPr>
          <p:cNvCxnSpPr>
            <a:cxnSpLocks/>
          </p:cNvCxnSpPr>
          <p:nvPr/>
        </p:nvCxnSpPr>
        <p:spPr>
          <a:xfrm>
            <a:off x="431801" y="2889868"/>
            <a:ext cx="11328401" cy="0"/>
          </a:xfrm>
          <a:prstGeom prst="line">
            <a:avLst/>
          </a:prstGeom>
          <a:ln w="38100">
            <a:solidFill>
              <a:srgbClr val="B6001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3">
            <a:extLst>
              <a:ext uri="{FF2B5EF4-FFF2-40B4-BE49-F238E27FC236}">
                <a16:creationId xmlns:a16="http://schemas.microsoft.com/office/drawing/2014/main" id="{9E346ADF-723F-F9FE-BD42-D75785CF5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9399" y="6599238"/>
            <a:ext cx="2321468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</a:t>
            </a:r>
            <a:r>
              <a:rPr kumimoji="0" lang="en-US" altLang="ja-JP" sz="900" baseline="0" dirty="0" err="1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Astemo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,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Ltd. All rights reserved.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39E47C7-CCF9-0A9B-A7FF-B012F9A669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8143" y="479104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 dirty="0"/>
              <a:t>Presenter Name</a:t>
            </a:r>
            <a:endParaRPr kumimoji="1" lang="ja-JP" altLang="en-US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72E49EF-72DA-F97E-162F-05EDE1336E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8143" y="519625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/>
              <a:t>Presenter Title</a:t>
            </a:r>
            <a:endParaRPr kumimoji="1" lang="ja-JP" alt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2585D213-4D72-E94F-FFED-14219F5439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8143" y="560146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/>
              <a:t>Name of Group Company</a:t>
            </a:r>
            <a:endParaRPr kumimoji="1" lang="ja-JP" alt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23BBDCF-92B6-89E1-64A9-80DDE98F8B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8143" y="600667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 dirty="0"/>
              <a:t>Date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18011E5-19DA-A3C5-3D52-89C2C309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757702" y="376363"/>
            <a:ext cx="2120398" cy="1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3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ダイアグラム&#10;&#10;自動的に生成された説明">
            <a:extLst>
              <a:ext uri="{FF2B5EF4-FFF2-40B4-BE49-F238E27FC236}">
                <a16:creationId xmlns:a16="http://schemas.microsoft.com/office/drawing/2014/main" id="{8FCE6419-C5DA-4252-A971-9BF5B21942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3"/>
          <a:stretch/>
        </p:blipFill>
        <p:spPr>
          <a:xfrm>
            <a:off x="0" y="-5741"/>
            <a:ext cx="9556376" cy="2858866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BF4E6DB-61C2-4788-A98D-043317817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622" y="2952511"/>
            <a:ext cx="11346103" cy="54715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ts val="32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 err="1"/>
              <a:t>Astemo</a:t>
            </a:r>
            <a:r>
              <a:rPr kumimoji="1" lang="ja-JP" altLang="en-US" dirty="0"/>
              <a:t> </a:t>
            </a:r>
            <a:r>
              <a:rPr kumimoji="1" lang="en-US" altLang="ja-JP" dirty="0"/>
              <a:t>Visual (Title Slide</a:t>
            </a:r>
            <a:r>
              <a:rPr kumimoji="1" lang="ja-JP" altLang="en-US" dirty="0"/>
              <a:t> </a:t>
            </a:r>
            <a:r>
              <a:rPr kumimoji="1" lang="en-US" altLang="ja-JP" dirty="0"/>
              <a:t>2)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FCE7EF4-5714-4B87-8AF4-6AD1364211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8143" y="479104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 dirty="0"/>
              <a:t>Presenter Name</a:t>
            </a:r>
            <a:endParaRPr kumimoji="1" lang="ja-JP" alt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5215871-F38F-42F3-8D26-E2B94A3ECD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8143" y="519625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/>
              <a:t>Presenter Title</a:t>
            </a:r>
            <a:endParaRPr kumimoji="1" lang="ja-JP" altLang="en-US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F9C0AC5A-F727-4EAE-AAA1-91E0FD810F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8143" y="560146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/>
              <a:t>Name of Group Company</a:t>
            </a:r>
            <a:endParaRPr kumimoji="1" lang="ja-JP" alt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A03A2E4-5A54-4BC2-B19B-FE3E486F89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8143" y="6006679"/>
            <a:ext cx="7192059" cy="369332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 b="1" dirty="0"/>
              <a:t>Date</a:t>
            </a:r>
            <a:endParaRPr kumimoji="1" lang="ja-JP" alt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7B963CD6-0134-4688-B2BB-BF9B9156E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623" y="3538926"/>
            <a:ext cx="11336579" cy="54715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ts val="32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Subtitle if necessary</a:t>
            </a:r>
          </a:p>
        </p:txBody>
      </p:sp>
      <p:sp>
        <p:nvSpPr>
          <p:cNvPr id="15" name="AutoShape 66">
            <a:extLst>
              <a:ext uri="{FF2B5EF4-FFF2-40B4-BE49-F238E27FC236}">
                <a16:creationId xmlns:a16="http://schemas.microsoft.com/office/drawing/2014/main" id="{A8CC837F-F4B5-38A2-E5D9-36E1D8FD8C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13435" y="6624641"/>
            <a:ext cx="1156801" cy="145522"/>
          </a:xfrm>
          <a:prstGeom prst="roundRect">
            <a:avLst>
              <a:gd name="adj" fmla="val 0"/>
            </a:avLst>
          </a:prstGeom>
          <a:noFill/>
          <a:ln w="3175" cap="sq">
            <a:solidFill>
              <a:srgbClr val="9B2423"/>
            </a:solidFill>
            <a:miter lim="800000"/>
            <a:headEnd/>
            <a:tailEnd/>
          </a:ln>
        </p:spPr>
        <p:txBody>
          <a:bodyPr wrap="none" lIns="9144" tIns="9144" rIns="9144" bIns="9144" anchor="ctr"/>
          <a:lstStyle/>
          <a:p>
            <a:pPr algn="ctr"/>
            <a:r>
              <a:rPr lang="en-US" altLang="ja-JP" sz="900" dirty="0">
                <a:solidFill>
                  <a:srgbClr val="9B2423"/>
                </a:solidFill>
                <a:latin typeface="Arial" charset="0"/>
                <a:ea typeface="ＭＳ ゴシック" pitchFamily="49" charset="-128"/>
              </a:rPr>
              <a:t>CONFIDENTIAL</a:t>
            </a:r>
            <a:endParaRPr lang="en-US" altLang="ja-JP" sz="900" dirty="0">
              <a:solidFill>
                <a:srgbClr val="9B2423"/>
              </a:solidFill>
              <a:latin typeface="Arial" charset="0"/>
              <a:ea typeface="HGP創英角ｺﾞｼｯｸUB" pitchFamily="50" charset="-128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14BEF09B-1854-8006-6D73-A3C7944EB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9399" y="6599238"/>
            <a:ext cx="2321468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</a:t>
            </a:r>
            <a:r>
              <a:rPr kumimoji="0" lang="en-US" altLang="ja-JP" sz="900" baseline="0" dirty="0" err="1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Astemo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,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Ltd. All rights reserved.</a:t>
            </a:r>
          </a:p>
        </p:txBody>
      </p:sp>
      <p:pic>
        <p:nvPicPr>
          <p:cNvPr id="2" name="図 15" descr="ダイアグラム&#10;&#10;自動的に生成された説明">
            <a:extLst>
              <a:ext uri="{FF2B5EF4-FFF2-40B4-BE49-F238E27FC236}">
                <a16:creationId xmlns:a16="http://schemas.microsoft.com/office/drawing/2014/main" id="{9A68324E-1E53-B8EC-7DE4-2DB7D0048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3"/>
          <a:stretch/>
        </p:blipFill>
        <p:spPr>
          <a:xfrm>
            <a:off x="0" y="-5741"/>
            <a:ext cx="9556376" cy="2858866"/>
          </a:xfrm>
          <a:prstGeom prst="rect">
            <a:avLst/>
          </a:prstGeom>
        </p:spPr>
      </p:pic>
      <p:pic>
        <p:nvPicPr>
          <p:cNvPr id="4" name="図 6">
            <a:extLst>
              <a:ext uri="{FF2B5EF4-FFF2-40B4-BE49-F238E27FC236}">
                <a16:creationId xmlns:a16="http://schemas.microsoft.com/office/drawing/2014/main" id="{41760124-9A80-DFF7-3D4A-7A6225C6E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757702" y="376363"/>
            <a:ext cx="2120398" cy="1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4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1" y="2206997"/>
            <a:ext cx="11159068" cy="492443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Contents</a:t>
            </a:r>
            <a:endParaRPr kumimoji="1" lang="ja-JP" alt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3016498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1. Section 1</a:t>
            </a:r>
            <a:endParaRPr kumimoji="1" lang="ja-JP" alt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3449325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2. Section 2</a:t>
            </a:r>
            <a:endParaRPr kumimoji="1" lang="ja-JP" alt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1" y="3882151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3. Section 3</a:t>
            </a:r>
            <a:endParaRPr kumimoji="1" lang="ja-JP" alt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4314978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4. Section 4</a:t>
            </a:r>
            <a:endParaRPr kumimoji="1" lang="ja-JP" alt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4747803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5. Section 5</a:t>
            </a:r>
            <a:endParaRPr kumimoji="1" lang="ja-JP" alt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5180634"/>
            <a:ext cx="11159068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X. Section X</a:t>
            </a:r>
            <a:endParaRPr kumimoji="1" lang="ja-JP" alt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655101" y="6550224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46AE560-634A-454D-841E-00F90DFC7556}" type="slidenum">
              <a:rPr lang="en-US" sz="1400" smtClean="0"/>
              <a:t>‹#›</a:t>
            </a:fld>
            <a:endParaRPr lang="en-US" sz="1800"/>
          </a:p>
        </p:txBody>
      </p:sp>
      <p:sp>
        <p:nvSpPr>
          <p:cNvPr id="19" name="AutoShape 66">
            <a:extLst>
              <a:ext uri="{FF2B5EF4-FFF2-40B4-BE49-F238E27FC236}">
                <a16:creationId xmlns:a16="http://schemas.microsoft.com/office/drawing/2014/main" id="{5D815DCD-C4A2-37B2-00D6-E1A391AA2C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13435" y="6624641"/>
            <a:ext cx="1156801" cy="145522"/>
          </a:xfrm>
          <a:prstGeom prst="roundRect">
            <a:avLst>
              <a:gd name="adj" fmla="val 0"/>
            </a:avLst>
          </a:prstGeom>
          <a:noFill/>
          <a:ln w="3175" cap="sq">
            <a:solidFill>
              <a:srgbClr val="9B2423"/>
            </a:solidFill>
            <a:miter lim="800000"/>
            <a:headEnd/>
            <a:tailEnd/>
          </a:ln>
        </p:spPr>
        <p:txBody>
          <a:bodyPr wrap="none" lIns="9144" tIns="9144" rIns="9144" bIns="9144" anchor="ctr"/>
          <a:lstStyle/>
          <a:p>
            <a:pPr algn="ctr"/>
            <a:r>
              <a:rPr lang="en-US" altLang="ja-JP" sz="900" dirty="0">
                <a:solidFill>
                  <a:srgbClr val="9B2423"/>
                </a:solidFill>
                <a:latin typeface="Arial" charset="0"/>
                <a:ea typeface="ＭＳ ゴシック" pitchFamily="49" charset="-128"/>
              </a:rPr>
              <a:t>CONFIDENTIAL</a:t>
            </a:r>
            <a:endParaRPr lang="en-US" altLang="ja-JP" sz="900" dirty="0">
              <a:solidFill>
                <a:srgbClr val="9B2423"/>
              </a:solidFill>
              <a:latin typeface="Arial" charset="0"/>
              <a:ea typeface="HGP創英角ｺﾞｼｯｸUB" pitchFamily="50" charset="-128"/>
            </a:endParaRPr>
          </a:p>
        </p:txBody>
      </p:sp>
      <p:cxnSp>
        <p:nvCxnSpPr>
          <p:cNvPr id="4" name="直線コネクタ 16">
            <a:extLst>
              <a:ext uri="{FF2B5EF4-FFF2-40B4-BE49-F238E27FC236}">
                <a16:creationId xmlns:a16="http://schemas.microsoft.com/office/drawing/2014/main" id="{762E6D35-4182-5CCD-4E2A-866C5C60D01B}"/>
              </a:ext>
            </a:extLst>
          </p:cNvPr>
          <p:cNvCxnSpPr>
            <a:cxnSpLocks/>
          </p:cNvCxnSpPr>
          <p:nvPr userDrawn="1"/>
        </p:nvCxnSpPr>
        <p:spPr>
          <a:xfrm>
            <a:off x="431801" y="2770996"/>
            <a:ext cx="11328401" cy="0"/>
          </a:xfrm>
          <a:prstGeom prst="line">
            <a:avLst/>
          </a:prstGeom>
          <a:ln w="38100">
            <a:solidFill>
              <a:srgbClr val="B6001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3">
            <a:extLst>
              <a:ext uri="{FF2B5EF4-FFF2-40B4-BE49-F238E27FC236}">
                <a16:creationId xmlns:a16="http://schemas.microsoft.com/office/drawing/2014/main" id="{0BB483EE-B958-54AB-2255-750783A4CD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69399" y="6599238"/>
            <a:ext cx="2321468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</a:t>
            </a:r>
            <a:r>
              <a:rPr kumimoji="0" lang="en-US" altLang="ja-JP" sz="900" baseline="0" dirty="0" err="1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Astemo</a:t>
            </a:r>
            <a:r>
              <a:rPr kumimoji="0" lang="en-US" altLang="ja-JP" sz="900" baseline="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,</a:t>
            </a:r>
            <a:r>
              <a:rPr kumimoji="0" lang="en-US" altLang="ja-JP" sz="900" dirty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Ltd. All rights reserved.</a:t>
            </a:r>
          </a:p>
        </p:txBody>
      </p:sp>
      <p:pic>
        <p:nvPicPr>
          <p:cNvPr id="5" name="図 6">
            <a:extLst>
              <a:ext uri="{FF2B5EF4-FFF2-40B4-BE49-F238E27FC236}">
                <a16:creationId xmlns:a16="http://schemas.microsoft.com/office/drawing/2014/main" id="{3EC09ECA-4DD8-41C6-3D4D-88384B920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7702" y="376363"/>
            <a:ext cx="2120398" cy="1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7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3016498"/>
            <a:ext cx="11328401" cy="410369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ja-JP"/>
              <a:t>X. Section X</a:t>
            </a:r>
            <a:endParaRPr kumimoji="1" lang="ja-JP" alt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9269399" y="6599238"/>
            <a:ext cx="2321468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0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</a:t>
            </a:r>
            <a:r>
              <a:rPr kumimoji="0" lang="en-US" altLang="ja-JP" sz="900" baseline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Astemo,</a:t>
            </a:r>
            <a:r>
              <a:rPr kumimoji="0" lang="en-US" altLang="ja-JP" sz="90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5101" y="6550224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46AE560-634A-454D-841E-00F90DFC7556}" type="slidenum">
              <a:rPr lang="en-US" sz="1400" smtClean="0"/>
              <a:t>‹#›</a:t>
            </a:fld>
            <a:endParaRPr lang="en-US" sz="1800"/>
          </a:p>
        </p:txBody>
      </p:sp>
      <p:sp>
        <p:nvSpPr>
          <p:cNvPr id="14" name="AutoShape 66">
            <a:extLst>
              <a:ext uri="{FF2B5EF4-FFF2-40B4-BE49-F238E27FC236}">
                <a16:creationId xmlns:a16="http://schemas.microsoft.com/office/drawing/2014/main" id="{3EFB23D8-5BA1-3608-F26C-EE0D9CC364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13435" y="6624641"/>
            <a:ext cx="1156801" cy="145522"/>
          </a:xfrm>
          <a:prstGeom prst="roundRect">
            <a:avLst>
              <a:gd name="adj" fmla="val 0"/>
            </a:avLst>
          </a:prstGeom>
          <a:noFill/>
          <a:ln w="3175" cap="sq">
            <a:solidFill>
              <a:srgbClr val="9B2423"/>
            </a:solidFill>
            <a:miter lim="800000"/>
            <a:headEnd/>
            <a:tailEnd/>
          </a:ln>
        </p:spPr>
        <p:txBody>
          <a:bodyPr wrap="none" lIns="9144" tIns="9144" rIns="9144" bIns="9144" anchor="ctr"/>
          <a:lstStyle/>
          <a:p>
            <a:pPr algn="ctr"/>
            <a:r>
              <a:rPr lang="en-US" altLang="ja-JP" sz="900" dirty="0">
                <a:solidFill>
                  <a:srgbClr val="9B2423"/>
                </a:solidFill>
                <a:latin typeface="Arial" charset="0"/>
                <a:ea typeface="ＭＳ ゴシック" pitchFamily="49" charset="-128"/>
              </a:rPr>
              <a:t>CONFIDENTIAL</a:t>
            </a:r>
            <a:endParaRPr lang="en-US" altLang="ja-JP" sz="900" dirty="0">
              <a:solidFill>
                <a:srgbClr val="9B2423"/>
              </a:solidFill>
              <a:latin typeface="Arial" charset="0"/>
              <a:ea typeface="HGP創英角ｺﾞｼｯｸUB" pitchFamily="50" charset="-128"/>
            </a:endParaRPr>
          </a:p>
        </p:txBody>
      </p:sp>
      <p:cxnSp>
        <p:nvCxnSpPr>
          <p:cNvPr id="4" name="直線コネクタ 16">
            <a:extLst>
              <a:ext uri="{FF2B5EF4-FFF2-40B4-BE49-F238E27FC236}">
                <a16:creationId xmlns:a16="http://schemas.microsoft.com/office/drawing/2014/main" id="{34BBC381-0E4A-F2A2-BA9F-3475856FA773}"/>
              </a:ext>
            </a:extLst>
          </p:cNvPr>
          <p:cNvCxnSpPr>
            <a:cxnSpLocks/>
          </p:cNvCxnSpPr>
          <p:nvPr/>
        </p:nvCxnSpPr>
        <p:spPr>
          <a:xfrm>
            <a:off x="431801" y="2889868"/>
            <a:ext cx="11328401" cy="0"/>
          </a:xfrm>
          <a:prstGeom prst="line">
            <a:avLst/>
          </a:prstGeom>
          <a:ln w="38100">
            <a:solidFill>
              <a:srgbClr val="B6001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6">
            <a:extLst>
              <a:ext uri="{FF2B5EF4-FFF2-40B4-BE49-F238E27FC236}">
                <a16:creationId xmlns:a16="http://schemas.microsoft.com/office/drawing/2014/main" id="{59DC9CAB-10DE-95F7-9CBC-ADCEFFA87B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7702" y="376363"/>
            <a:ext cx="2120398" cy="1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66"/>
          <p:cNvSpPr>
            <a:spLocks noChangeArrowheads="1"/>
          </p:cNvSpPr>
          <p:nvPr/>
        </p:nvSpPr>
        <p:spPr bwMode="gray">
          <a:xfrm>
            <a:off x="5517599" y="6624641"/>
            <a:ext cx="1156801" cy="145522"/>
          </a:xfrm>
          <a:prstGeom prst="roundRect">
            <a:avLst>
              <a:gd name="adj" fmla="val 0"/>
            </a:avLst>
          </a:prstGeom>
          <a:noFill/>
          <a:ln w="3175" cap="sq">
            <a:solidFill>
              <a:srgbClr val="9B2423"/>
            </a:solidFill>
            <a:miter lim="800000"/>
            <a:headEnd/>
            <a:tailEnd/>
          </a:ln>
        </p:spPr>
        <p:txBody>
          <a:bodyPr wrap="none" lIns="9144" tIns="9144" rIns="9144" bIns="9144" anchor="ctr"/>
          <a:lstStyle/>
          <a:p>
            <a:pPr algn="ctr"/>
            <a:r>
              <a:rPr lang="en-US" altLang="ja-JP" sz="900" dirty="0">
                <a:solidFill>
                  <a:srgbClr val="9B2423"/>
                </a:solidFill>
                <a:latin typeface="Arial" charset="0"/>
                <a:ea typeface="ＭＳ ゴシック" pitchFamily="49" charset="-128"/>
              </a:rPr>
              <a:t>CONFIDENTIAL</a:t>
            </a:r>
            <a:endParaRPr lang="en-US" altLang="ja-JP" sz="900" dirty="0">
              <a:solidFill>
                <a:srgbClr val="9B2423"/>
              </a:solidFill>
              <a:latin typeface="Arial" charset="0"/>
              <a:ea typeface="HGP創英角ｺﾞｼｯｸUB" pitchFamily="50" charset="-128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64587" y="159801"/>
            <a:ext cx="9637140" cy="517064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lang="en-US" altLang="ja-JP" sz="2800" b="1" baseline="0" smtClean="0">
                <a:solidFill>
                  <a:schemeClr val="tx1"/>
                </a:solidFill>
                <a:ea typeface="Meiryo UI" panose="020B0604030504040204" pitchFamily="50" charset="-128"/>
                <a:cs typeface="Arial" charset="0"/>
              </a:defRPr>
            </a:lvl1pPr>
          </a:lstStyle>
          <a:p>
            <a:r>
              <a:rPr lang="en-US" altLang="ja-JP" b="1" dirty="0">
                <a:latin typeface="+mj-lt"/>
                <a:ea typeface="ＭＳ Ｐゴシック" pitchFamily="50" charset="-128"/>
                <a:cs typeface="Arial" charset="0"/>
              </a:rPr>
              <a:t>Slide Title</a:t>
            </a:r>
            <a:endParaRPr lang="ja-JP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1655101" y="6550224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46AE560-634A-454D-841E-00F90DFC7556}" type="slidenum">
              <a:rPr lang="en-US" sz="1400" smtClean="0"/>
              <a:t>‹#›</a:t>
            </a:fld>
            <a:endParaRPr lang="en-US" sz="1800"/>
          </a:p>
        </p:txBody>
      </p:sp>
      <p:cxnSp>
        <p:nvCxnSpPr>
          <p:cNvPr id="4" name="直線コネクタ 16">
            <a:extLst>
              <a:ext uri="{FF2B5EF4-FFF2-40B4-BE49-F238E27FC236}">
                <a16:creationId xmlns:a16="http://schemas.microsoft.com/office/drawing/2014/main" id="{B8A50DC3-BC55-CF19-07A1-60C6D901F438}"/>
              </a:ext>
            </a:extLst>
          </p:cNvPr>
          <p:cNvCxnSpPr>
            <a:cxnSpLocks/>
          </p:cNvCxnSpPr>
          <p:nvPr userDrawn="1"/>
        </p:nvCxnSpPr>
        <p:spPr>
          <a:xfrm>
            <a:off x="0" y="840523"/>
            <a:ext cx="12192000" cy="0"/>
          </a:xfrm>
          <a:prstGeom prst="line">
            <a:avLst/>
          </a:prstGeom>
          <a:ln w="38100">
            <a:solidFill>
              <a:srgbClr val="B6001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3">
            <a:extLst>
              <a:ext uri="{FF2B5EF4-FFF2-40B4-BE49-F238E27FC236}">
                <a16:creationId xmlns:a16="http://schemas.microsoft.com/office/drawing/2014/main" id="{93872030-EBDE-56ED-5D03-C3605B2AF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9399" y="6599238"/>
            <a:ext cx="2321468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kumimoji="0" lang="en-US" altLang="ja-JP" sz="90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© Hitachi</a:t>
            </a:r>
            <a:r>
              <a:rPr kumimoji="0" lang="en-US" altLang="ja-JP" sz="900" baseline="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Astemo,</a:t>
            </a:r>
            <a:r>
              <a:rPr kumimoji="0" lang="en-US" altLang="ja-JP" sz="900">
                <a:solidFill>
                  <a:schemeClr val="tx1"/>
                </a:solidFill>
                <a:latin typeface="Arial" charset="0"/>
                <a:ea typeface="ＭＳ Ｐゴシック" pitchFamily="50" charset="-128"/>
              </a:rPr>
              <a:t> Ltd. All rights reserved.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E4822F-2C5C-F908-945A-B956511A9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83941" y="16068"/>
            <a:ext cx="1612799" cy="79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2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F4DE1F2-7654-BE60-2645-A1C2ECBAE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18706" y="2405537"/>
            <a:ext cx="4154588" cy="204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1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no bra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4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84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3C105-FB97-4C07-A4EF-EE89C29189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1075" y="3061252"/>
            <a:ext cx="11815638" cy="21707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 err="1"/>
              <a:t>Judul</a:t>
            </a:r>
            <a:endParaRPr lang="en-US" sz="4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EC929C-7FA0-4F04-BBC5-8CDEBC8F7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PT HITACHI ASTEMO BEKASI MANUFACTURING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EBCD8C-CF75-47B3-B4B2-EAE31F800D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Maret, 2025</a:t>
            </a:r>
          </a:p>
        </p:txBody>
      </p:sp>
    </p:spTree>
    <p:extLst>
      <p:ext uri="{BB962C8B-B14F-4D97-AF65-F5344CB8AC3E}">
        <p14:creationId xmlns:p14="http://schemas.microsoft.com/office/powerpoint/2010/main" val="405002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AA2C-97D3-0FF2-02C8-4396A9D0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Bab</a:t>
            </a:r>
          </a:p>
        </p:txBody>
      </p:sp>
    </p:spTree>
    <p:extLst>
      <p:ext uri="{BB962C8B-B14F-4D97-AF65-F5344CB8AC3E}">
        <p14:creationId xmlns:p14="http://schemas.microsoft.com/office/powerpoint/2010/main" val="69659345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3">
      <a:dk1>
        <a:srgbClr val="232323"/>
      </a:dk1>
      <a:lt1>
        <a:srgbClr val="FFFFFF"/>
      </a:lt1>
      <a:dk2>
        <a:srgbClr val="7656C2"/>
      </a:dk2>
      <a:lt2>
        <a:srgbClr val="B6001A"/>
      </a:lt2>
      <a:accent1>
        <a:srgbClr val="2A579A"/>
      </a:accent1>
      <a:accent2>
        <a:srgbClr val="07A6EB"/>
      </a:accent2>
      <a:accent3>
        <a:srgbClr val="497F37"/>
      </a:accent3>
      <a:accent4>
        <a:srgbClr val="97BD26"/>
      </a:accent4>
      <a:accent5>
        <a:srgbClr val="C6A647"/>
      </a:accent5>
      <a:accent6>
        <a:srgbClr val="FF9B00"/>
      </a:accent6>
      <a:hlink>
        <a:srgbClr val="007FFF"/>
      </a:hlink>
      <a:folHlink>
        <a:srgbClr val="B52423"/>
      </a:folHlink>
    </a:clrScheme>
    <a:fontScheme name="Custom 1">
      <a:majorFont>
        <a:latin typeface="Arial"/>
        <a:ea typeface="Yu Gothic UI"/>
        <a:cs typeface=""/>
      </a:majorFont>
      <a:minorFont>
        <a:latin typeface="Arial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C4D0A7C0-3AD5-450F-B36F-0AD8FE40FB1C}" vid="{0E60138B-82A9-4D2D-AB9E-B0935F217C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4D32116930564D8DEC51DFE4EE0F98" ma:contentTypeVersion="15" ma:contentTypeDescription="Create a new document." ma:contentTypeScope="" ma:versionID="6892e3c0e1070ea26417e9c344d4d1b1">
  <xsd:schema xmlns:xsd="http://www.w3.org/2001/XMLSchema" xmlns:xs="http://www.w3.org/2001/XMLSchema" xmlns:p="http://schemas.microsoft.com/office/2006/metadata/properties" xmlns:ns2="fe88be31-c470-4205-86d0-7c3dd7be307b" xmlns:ns3="1556190d-b372-472f-bb97-f5b68f2ed860" targetNamespace="http://schemas.microsoft.com/office/2006/metadata/properties" ma:root="true" ma:fieldsID="1dc78a5cea330573313af6696c4bf799" ns2:_="" ns3:_="">
    <xsd:import namespace="fe88be31-c470-4205-86d0-7c3dd7be307b"/>
    <xsd:import namespace="1556190d-b372-472f-bb97-f5b68f2ed8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88be31-c470-4205-86d0-7c3dd7be3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dd84382-b38c-4eba-b7c2-4a66a077de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6190d-b372-472f-bb97-f5b68f2ed8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ca48d95-2f03-465a-add0-add65a4511c6}" ma:internalName="TaxCatchAll" ma:showField="CatchAllData" ma:web="1556190d-b372-472f-bb97-f5b68f2ed8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56190d-b372-472f-bb97-f5b68f2ed860" xsi:nil="true"/>
    <lcf76f155ced4ddcb4097134ff3c332f xmlns="fe88be31-c470-4205-86d0-7c3dd7be30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513806-5588-4E47-A1C4-84C0947551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88be31-c470-4205-86d0-7c3dd7be307b"/>
    <ds:schemaRef ds:uri="1556190d-b372-472f-bb97-f5b68f2ed8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9E1ACA-51C2-4C89-9B57-A231EF1EFE3B}">
  <ds:schemaRefs>
    <ds:schemaRef ds:uri="1556190d-b372-472f-bb97-f5b68f2ed860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fe88be31-c470-4205-86d0-7c3dd7be307b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461C79-D57F-4892-BFFA-71EEED89AE2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54277c9-dafe-44aa-85a4-73d5c7c52450}" enabled="0" method="" siteId="{f54277c9-dafe-44aa-85a4-73d5c7c524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11133</TotalTime>
  <Words>10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Meiryo UI</vt:lpstr>
      <vt:lpstr>游ゴシック</vt:lpstr>
      <vt:lpstr>Arial</vt:lpstr>
      <vt:lpstr>Calibri</vt:lpstr>
      <vt:lpstr>Theme1</vt:lpstr>
      <vt:lpstr>PowerPoint Presentation</vt:lpstr>
      <vt:lpstr>Bab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Astemoテンプレートを既定のテーマとして設定する -1</dc:title>
  <dc:creator>adi.sofyan</dc:creator>
  <cp:lastModifiedBy>CHAMIM MUALIF, NUR</cp:lastModifiedBy>
  <cp:revision>557</cp:revision>
  <dcterms:created xsi:type="dcterms:W3CDTF">2023-12-25T02:16:28Z</dcterms:created>
  <dcterms:modified xsi:type="dcterms:W3CDTF">2025-10-13T07:53:42Z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0x0101008D4D32116930564D8DEC51DFE4EE0F98</vt:lpwstr>
  </property>
  <property fmtid="{D5CDD505-2E9C-101B-9397-08002B2CF9AE}" pid="3" name="MediaServiceImageTags">
    <vt:lpwstr/>
  </property>
</Properties>
</file>